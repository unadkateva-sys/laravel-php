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7" r:id="rId10"/>
    <p:sldId id="263" r:id="rId11"/>
    <p:sldId id="268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31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02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95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778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49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405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892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78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99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62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6412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281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9366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84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8253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321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4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57264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/>
              <a:t>Fashion Hub: A Modern E-Commerce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450691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Developed using the Laravel PHP Framework</a:t>
            </a:r>
          </a:p>
          <a:p>
            <a:endParaRPr dirty="0"/>
          </a:p>
          <a:p>
            <a:r>
              <a:rPr dirty="0"/>
              <a:t>Team Members:</a:t>
            </a:r>
          </a:p>
          <a:p>
            <a:r>
              <a:rPr lang="en-US" dirty="0"/>
              <a:t>Aayushi</a:t>
            </a:r>
            <a:r>
              <a:rPr dirty="0"/>
              <a:t> – 923005271</a:t>
            </a:r>
            <a:r>
              <a:rPr lang="en-US" dirty="0"/>
              <a:t>24</a:t>
            </a:r>
            <a:endParaRPr dirty="0"/>
          </a:p>
          <a:p>
            <a:r>
              <a:rPr lang="en-US" dirty="0"/>
              <a:t>Eva</a:t>
            </a:r>
            <a:r>
              <a:rPr dirty="0"/>
              <a:t>– 923005271</a:t>
            </a:r>
            <a:r>
              <a:rPr lang="en-US" dirty="0"/>
              <a:t>20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The Vision:</a:t>
            </a:r>
          </a:p>
          <a:p>
            <a:r>
              <a:t>A high-performance, responsive fashion web application delivering a fluid shopping experience.</a:t>
            </a:r>
          </a:p>
          <a:p>
            <a:endParaRPr/>
          </a:p>
          <a:p>
            <a:r>
              <a:t>Key Focus:</a:t>
            </a:r>
          </a:p>
          <a:p>
            <a:r>
              <a:t>A scalable web solution integrating a powerful backend with a high-fashion UI.</a:t>
            </a:r>
          </a:p>
          <a:p>
            <a:endParaRPr/>
          </a:p>
          <a:p>
            <a:r>
              <a:t>Core Objectives:</a:t>
            </a:r>
          </a:p>
          <a:p>
            <a:r>
              <a:t>Secure user management, dynamic product displays, and real-time cart functionality.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Core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Framework: Laravel (PHP)</a:t>
            </a:r>
          </a:p>
          <a:p>
            <a:r>
              <a:t>Frontend: Blade, CSS3 (Tailwind/Bootstrap), JavaScript</a:t>
            </a:r>
          </a:p>
          <a:p>
            <a:r>
              <a:t>Backend: PHP 8.x (Controller-based architecture)</a:t>
            </a:r>
          </a:p>
          <a:p>
            <a:r>
              <a:t>Database: MySQL</a:t>
            </a:r>
          </a:p>
          <a:p>
            <a:r>
              <a:t>Environment: Composer &amp; Vite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Laravel &amp; PHP?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Laravel Power:</a:t>
            </a:r>
          </a:p>
          <a:p>
            <a:r>
              <a:t>Built-in routing, authentication, and caching.</a:t>
            </a:r>
          </a:p>
          <a:p>
            <a:endParaRPr/>
          </a:p>
          <a:p>
            <a:r>
              <a:t>Blade Templates:</a:t>
            </a:r>
          </a:p>
          <a:p>
            <a:r>
              <a:t>Reusable UI components with dynamic data binding.</a:t>
            </a:r>
          </a:p>
          <a:p>
            <a:endParaRPr/>
          </a:p>
          <a:p>
            <a:r>
              <a:t>MVC Architecture:</a:t>
            </a:r>
          </a:p>
          <a:p>
            <a:r>
              <a:t>Clear separation of Models, Views, and Controllers.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Backbone: MySQL &amp; Eloquent 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MySQL:</a:t>
            </a:r>
          </a:p>
          <a:p>
            <a:r>
              <a:t>Stores users, products, and orders.</a:t>
            </a:r>
          </a:p>
          <a:p>
            <a:endParaRPr/>
          </a:p>
          <a:p>
            <a:r>
              <a:t>Eloquent ORM:</a:t>
            </a:r>
          </a:p>
          <a:p>
            <a:r>
              <a:t>Expressive PHP syntax instead of complex SQL.</a:t>
            </a:r>
          </a:p>
          <a:p>
            <a:endParaRPr/>
          </a:p>
          <a:p>
            <a:r>
              <a:t>Migrations:</a:t>
            </a:r>
          </a:p>
          <a:p>
            <a:r>
              <a:t>Database version control across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1 – Secure Authentication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Register/Login</a:t>
            </a:r>
          </a:p>
          <a:p>
            <a:r>
              <a:t>Password encryption using Bcrypt</a:t>
            </a:r>
          </a:p>
          <a:p>
            <a:r>
              <a:t>Session-based user tracking</a:t>
            </a:r>
          </a:p>
          <a:p>
            <a:r>
              <a:t>Middleware-protected checkout and profile pages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23E3E-E357-1751-AA2D-275E2994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35A438-AB10-6965-AA39-AB9AF26774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3100" y="2168922"/>
            <a:ext cx="6591300" cy="3707606"/>
          </a:xfrm>
        </p:spPr>
      </p:pic>
    </p:spTree>
    <p:extLst>
      <p:ext uri="{BB962C8B-B14F-4D97-AF65-F5344CB8AC3E}">
        <p14:creationId xmlns:p14="http://schemas.microsoft.com/office/powerpoint/2010/main" val="471421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 – Dynamic Product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SEO-friendly dynamic routes</a:t>
            </a:r>
          </a:p>
          <a:p>
            <a:r>
              <a:t>Responsive design for desktop &amp; mobile</a:t>
            </a:r>
          </a:p>
          <a:p>
            <a:r>
              <a:t>Real-time product data from MySQL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7EC85-4199-38B3-0FBE-5C785629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84BB74-2A34-A0D3-04D2-222179C1D2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3100" y="2168922"/>
            <a:ext cx="6591300" cy="3707606"/>
          </a:xfrm>
        </p:spPr>
      </p:pic>
    </p:spTree>
    <p:extLst>
      <p:ext uri="{BB962C8B-B14F-4D97-AF65-F5344CB8AC3E}">
        <p14:creationId xmlns:p14="http://schemas.microsoft.com/office/powerpoint/2010/main" val="1264143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3 – Shopping Cart &amp; 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Laravel session-based cart tracking</a:t>
            </a:r>
          </a:p>
          <a:p>
            <a:r>
              <a:t>Persistent cart saved to database after login</a:t>
            </a:r>
          </a:p>
          <a:p>
            <a:r>
              <a:t>Stock validation before adding items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0874-DD3D-2CB6-AD29-B60D66989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2ABA55-49AE-3712-06EF-8258578FA3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3100" y="2168922"/>
            <a:ext cx="6591300" cy="3707606"/>
          </a:xfrm>
        </p:spPr>
      </p:pic>
    </p:spTree>
    <p:extLst>
      <p:ext uri="{BB962C8B-B14F-4D97-AF65-F5344CB8AC3E}">
        <p14:creationId xmlns:p14="http://schemas.microsoft.com/office/powerpoint/2010/main" val="1270178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 Sync:</a:t>
            </a:r>
          </a:p>
          <a:p>
            <a:r>
              <a:t>AJAX-based cart updates</a:t>
            </a:r>
          </a:p>
          <a:p>
            <a:endParaRPr/>
          </a:p>
          <a:p>
            <a:r>
              <a:t>Security:</a:t>
            </a:r>
          </a:p>
          <a:p>
            <a:r>
              <a:t>CSRF protection &amp; SQL injection prevention</a:t>
            </a:r>
          </a:p>
          <a:p>
            <a:endParaRPr/>
          </a:p>
          <a:p>
            <a:r>
              <a:t>Performance:</a:t>
            </a:r>
          </a:p>
          <a:p>
            <a:r>
              <a:t>Image optimization &amp; caching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Conclusion:</a:t>
            </a:r>
          </a:p>
          <a:p>
            <a:r>
              <a:t>Professional Laravel-based e-commerce platform.</a:t>
            </a:r>
          </a:p>
          <a:p>
            <a:endParaRPr/>
          </a:p>
          <a:p>
            <a:r>
              <a:t>Future Enhancements:</a:t>
            </a:r>
          </a:p>
          <a:p>
            <a:r>
              <a:t>Payment Gateway integration</a:t>
            </a:r>
          </a:p>
          <a:p>
            <a:r>
              <a:t>AI-based product recommendations</a:t>
            </a:r>
          </a:p>
          <a:p>
            <a:r>
              <a:t>Admin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</TotalTime>
  <Words>300</Words>
  <Application>Microsoft Office PowerPoint</Application>
  <PresentationFormat>On-screen Show (4:3)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Wisp</vt:lpstr>
      <vt:lpstr>Fashion Hub: A Modern E-Commerce Platform</vt:lpstr>
      <vt:lpstr>Project Overview</vt:lpstr>
      <vt:lpstr>Tech Stack &amp; Core Technologies</vt:lpstr>
      <vt:lpstr>Why Laravel &amp; PHP?</vt:lpstr>
      <vt:lpstr>Data Backbone: MySQL &amp; Eloquent ORM</vt:lpstr>
      <vt:lpstr>Module 1 – Secure Authentication</vt:lpstr>
      <vt:lpstr>PowerPoint Presentation</vt:lpstr>
      <vt:lpstr>Module 2 – Dynamic Product Catalog</vt:lpstr>
      <vt:lpstr>PowerPoint Presentation</vt:lpstr>
      <vt:lpstr>Module 3 – Shopping Cart &amp; Sessions</vt:lpstr>
      <vt:lpstr>PowerPoint Presentation</vt:lpstr>
      <vt:lpstr>Development Challenges &amp; Solutions</vt:lpstr>
      <vt:lpstr>Conclusion &amp; Future Roadmap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Aayushi Nandani</cp:lastModifiedBy>
  <cp:revision>4</cp:revision>
  <dcterms:created xsi:type="dcterms:W3CDTF">2013-01-27T09:14:16Z</dcterms:created>
  <dcterms:modified xsi:type="dcterms:W3CDTF">2026-01-28T16:37:22Z</dcterms:modified>
  <cp:category/>
</cp:coreProperties>
</file>